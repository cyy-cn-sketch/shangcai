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画面建议：上财商学院课堂与平台界面组合[1][2]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问题背景：学生求职和创业表达缺少持续反馈，教师难以批量跟踪过程，学院成果难沉淀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图表建议：三类用户（学生、教师、学院）痛点矩阵，用蓝灰主色调+橙色重点标注[1][2]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目标用户：商学院学生、创业实践课教师、学院教学管理者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图表建议：三类用户画像卡片，搭配统一图标与简洁文字说明[1][2]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解决方案：学生端AI创意工作台、教师审核中心、管理员知识库与成果看板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图表建议：三端闭环流程图，用线条连接三端，展示目标→规划→执行→校验→反馈[2][3]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教学闭环：学生生成项目内容，教师审核把关，知识库提供课程模板与案例支撑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图表建议：环形图或流程步骤图，展示“生成-审核-沉淀”环节及各环节占比[2][3]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成果沉淀：项目方案、评审意见、优秀案例自动归档至学院知识库，支持复用与展示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图表建议：思维导图样式图表，中心为“成果库”，分支为项目、评价、案例等[2][3]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商业可行性：学院/课程组/就业中心采购，价值体现在教学质量提升与教师效率提升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图表建议：并列矩形块或环形图，展示采购方、价值点、适用场景[1][2]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试点路径：50名学生、10组项目、8周验证周期，明确数据指标与阶段目标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图表建议：横向时间轴+百分比进度条，标注关键节点与完成度[1][2]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风险与合规：权限控制、敏感信息脱敏、全链路审计日志、数据留存策略，保障教学数据安全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图表建议：信息图表，用圆形、矩形组合展示策略维度，搭配图标说明[2][3]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建议使用业务流程、数据图表或成果截图支撑。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欢迎各位专家批评指正，期待与学院共建AI就业教练实践平台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画面建议：结尾页配二维码，引导扫码获取更多资料，附联系方式[1][2]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引用来源：PPT模板—第3串 橙黑 商务报告总结PPT模版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2026-06-22T10:07:24Z</dcterms:created>
  <dcterms:modified xsi:type="dcterms:W3CDTF">2026-06-22T10:07:24Z</dcterms:modified>
</cp:coreProperties>
</file>