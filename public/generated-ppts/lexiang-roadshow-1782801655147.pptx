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画面建议：上财商学院课堂与平台界面组合[1][2]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问题背景：学生求职和创业表达缺少持续反馈，教师难以批量跟踪过程，学院成果难沉淀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图表建议：学生、教师、学院三方痛点矩阵[2][3]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目标用户：商学院学生、创业实践课教师、学院教学管理者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图表建议：三类用户画像卡片[3][4]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解决方案：学生端AI创意工作台、教师审核中心、管理员知识库与成果看板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图表建议：三端闭环流程图[3][5]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教学闭环-学生生成：学生端任务驱动生成简历反馈、模拟面试、岗位探索内容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图表建议：学生端任务流程图[3][6]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教学闭环-审核与沉淀：教师审核生成内容，成果沉淀至学院知识库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图表建议：教师审核与知识库沉淀流程图[1][5]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商业可行性与采购价值：学院/课程组/就业中心采购，价值是教学质量提升与教师效率提升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图表建议：采购价值对比表[3][4]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试点验证计划：50名学生、10组项目、8周验证指标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图表建议：试点进度甘特图或指标完成度环形图[6][7]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风险与合规：权限控制、敏感信息脱敏、操作日志审计、数据留存策略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图表建议：安全合规架构图[6]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收尾与致谢：欢迎各位专家批评指正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画面建议：更换集团相关图片，使用正式商务结尾页[2][8]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引用来源：【示例】PPT文件：AI知识库卓越能力集锦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2026-06-30T06:40:55Z</dcterms:created>
  <dcterms:modified xsi:type="dcterms:W3CDTF">2026-06-30T06:40:55Z</dcterms:modified>
</cp:coreProperties>
</file>