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AD43"/>
          </a:solidFill>
          <a:ln w="12700">
            <a:solidFill>
              <a:srgbClr val="D6AD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封面：AI 就业教练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面向商学院学生的职业发展与创业实践训练平台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使用蓝灰主色调商务模板，标题页采用深蓝色横幅+橙色圆形装饰，画面建议：课堂与平台界面组合[1]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问题背景：学生求职和创业表达缺少持续反馈，教师难以批量跟踪过程，学院成果难沉淀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采用并列关系图表页，展示学生、教师、学院三方痛点矩阵卡片[1]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目标用户：商学院学生、创业实践课教师、学院教学管理者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采用四个彩色矩形块区分三类用户画像卡片，参考模板中分类信息展示方式[1]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解决方案：学生端AI创意工作台、教师审核中心、管理员知识库与成果看板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采用发散关系图表页，展示三端闭环流程图[1]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教学闭环：学生生成→教师审核→知识库支撑→成果沉淀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采用流程图模块，用矩形模块+图标展示多步骤流程[1][2]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功能亮点：课程模板、教师审核、知识库和成果沉淀，区别于通用AI工具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采用并列关系图表页，用彩色矩形块展示四大核心差异点[1]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商业模式：学院/课程组/就业中心采购，价值是质量提升和效率提升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采用饼图+表格组合页，展示采购方构成比例和对应的价值数据[1]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验证计划：50名学生、10组项目、8周数据指标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采用柱形图图表页，用不同颜色柱状图展示周度进度指标[1]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风险应对：权限控制、脱敏、日志审计和数据留存策略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采用双栏文字排版页，左右分栏分别展示技术措施和管理措施[1]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谢谢观赏！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拿出手机扫一扫体验平台精华资源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采用结尾页模板，红色横幅+二维码+手指引导图标，扫码互动设计[1]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SUFE AI 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就业教练 - 路演 PPT</dc:title>
  <dc:subject>AI 就业教练 - 路演 PPT</dc:subject>
  <dc:creator>Lexiang Knowledge Base</dc:creator>
  <cp:lastModifiedBy>Lexiang Knowledge Base</cp:lastModifiedBy>
  <cp:revision>1</cp:revision>
  <dcterms:created xsi:type="dcterms:W3CDTF">2026-06-30T06:41:49Z</dcterms:created>
  <dcterms:modified xsi:type="dcterms:W3CDTF">2026-06-30T06:41:49Z</dcterms:modified>
</cp:coreProperties>
</file>