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6AD43"/>
          </a:solidFill>
          <a:ln w="12700">
            <a:solidFill>
              <a:srgbClr val="D6AD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封面：AI 就业教练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面向商学院学生的职业发展与创业实践训练平台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标题页设计参考商务报告模板，采用蓝灰主色调搭配橙色点缀，品牌标识+项目名称+副标题组合[1]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01 / 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问题背景：三方痛点矩阵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学生求职创业缺持续反馈、教师难批量跟踪过程、学院成果难沉淀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采用并列关系图表页，用四个彩色矩形块区分三方痛点，配占比数据条直观展示影响面[1]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目标用户：三类用户画像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商学院学生、创业实践课教师、学院教学管理者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用图标+文字框组合展示三类用户核心诉求，配简洁说明文字[1]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解决方案：三端闭环流程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学生端AI创意工作台、教师审核中心、管理员知识库与成果看板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采用流程图展示三端数据流转，搭配线条连接各模块[1]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教学闭环：学生生成环节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AI辅助生成简历、模拟面试、创业BP等成果，支持多轮迭代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用步骤模块拆解生成流程，配图标说明各环节功能[1]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教学闭环：教师审核与知识沉淀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教师在线审核成果、标注修改意见，优质案例自动沉淀至学院知识库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双栏排版展示教师操作端与知识库成果，配数据标签[1]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商业可行性：采购价值与模式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学院/课程组/就业中心采购，价值体现为教学质量提升+教师效率提升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用柱状图对比传统模式与AI模式效率差异，配成本收益简表[1]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试点验证：8周验证指标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50名学生、10组项目、8周周期，输出参与度、成果质量、教学效率三类指标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用环形图展示进度与完成率，配表格呈现具体指标数值[1]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风险应对：数据安全与合规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权限控制、敏感信息脱敏、全链路审计日志、异步生成机制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用信息图表展示安全架构，分模块说明防护措施[1]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09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3B73"/>
          </a:solidFill>
          <a:ln w="12700">
            <a:solidFill>
              <a:srgbClr val="003B7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32004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E7B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SHANGHAI UNIVERSITY OF FINANCE AND ECONOMICS · BUSINESS SCHOOL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3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结尾致谢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1097280" cy="0"/>
          </a:xfrm>
          <a:prstGeom prst="line">
            <a:avLst/>
          </a:prstGeom>
          <a:noFill/>
          <a:ln w="25400">
            <a:solidFill>
              <a:srgbClr val="D6AD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571500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2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欢迎各位专家批评指正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29400" y="1691640"/>
            <a:ext cx="470916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E4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965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B73"/>
                </a:solidFill>
              </a:rPr>
              <a:t>图表 / 素材建议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03720" y="2359152"/>
            <a:ext cx="397764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D3858"/>
                </a:solidFill>
              </a:rPr>
              <a:t>替换为正式致谢语，配二维码引导后续沟通，底部标注版权与联系方式[2][3]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4343400"/>
            <a:ext cx="1074420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AD43"/>
                </a:solidFill>
              </a:rPr>
              <a:t>乐享知识库生成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919472"/>
            <a:ext cx="9829800" cy="3474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A5D74"/>
                </a:solidFill>
              </a:rPr>
              <a:t>引用来源：PPT模板—总结、汇报、商务、分析、图表 PPT模板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378440" y="6199632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6AD43"/>
                </a:solidFill>
              </a:rPr>
              <a:t>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SUFE AI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就业教练 - 路演 PPT</dc:title>
  <dc:subject>AI 就业教练 - 路演 PPT</dc:subject>
  <dc:creator>Lexiang Knowledge Base</dc:creator>
  <cp:lastModifiedBy>Lexiang Knowledge Base</cp:lastModifiedBy>
  <cp:revision>1</cp:revision>
  <dcterms:created xsi:type="dcterms:W3CDTF">2026-06-30T06:53:26Z</dcterms:created>
  <dcterms:modified xsi:type="dcterms:W3CDTF">2026-06-30T06:53:26Z</dcterms:modified>
</cp:coreProperties>
</file>