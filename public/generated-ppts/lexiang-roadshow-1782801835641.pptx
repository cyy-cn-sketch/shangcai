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标题页可参考专业商务报告PPT模板的标题栏设计，采用蓝灰主色调、橙色点缀，配合商学院课堂与平台界面组合图[1]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问题背景：学生求职和创业表达缺少持续反馈，教师难以批量跟踪过程，学院成果难沉淀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用三方痛点矩阵展示学生、教师、学院的核心问题，参考并列关系图表页的矩形块布局[1]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目标用户：商学院学生、创业实践课教师、学院教学管理者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用三类用户画像卡片展示，参考并列关系图表页的彩色矩形块区分不同类别信息[1]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解决方案：学生端AI创意工作台、教师审核中心、管理员知识库与成果看板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用三端闭环流程图展示，参考发散关系图表页的图形+线条连接布局[1]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教学闭环：学生生成内容→教师审核反馈→知识库沉淀→成果复用的完整流程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用流程图展示核心业务流转路径，参考流程图文档的可视化展示方式[2]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知识库支撑：课程模板、教学资源、优秀案例的结构化存储与复用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用思维导图样式图表展示层级关系与分类信息，参考思维导图图表页设计[1]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商业可行性：学院/课程组/就业中心采购，价值是教学质量提升和教师效率提升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用柱状图展示采购价值对比，参考柱形图图表页设计[1]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试点路径：50名学生、10组项目、8周验证的核心数据指标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用环形图展示进度与比例，参考环形图/仪表盘样式设计[1]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风险应对：权限控制、敏感信息脱敏、全链路审计日志、数据留存策略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用并列关系图表展示四项安全措施，参考并列关系图表页布局[1]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欢迎各位专家批评指正，扫码获取更多资料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结尾页参考商务PPT模板的结尾设计，配二维码引导互动[1][3]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2026-06-30T06:43:55Z</dcterms:created>
  <dcterms:modified xsi:type="dcterms:W3CDTF">2026-06-30T06:43:55Z</dcterms:modified>
</cp:coreProperties>
</file>