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D43"/>
          </a:solidFill>
          <a:ln w="12700">
            <a:solidFill>
              <a:srgbClr val="D6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封面：AI 就业教练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面向商学院学生的职业发展与创业实践训练平台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画面建议：课堂与平台界面组合[1]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问题背景：三方痛点分析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学生缺持续反馈、教师难批量跟踪、学院成果难沉淀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图表建议：学生/教师/学院三方痛点矩阵[1]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目标用户：三类核心用户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商学院学生、创业实践课教师、学院教学管理者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图表建议：三类用户画像卡片[1]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解决方案：三端闭环架构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学生端AI创意工作台、教师审核中心、管理员知识库与成果看板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图表建议：三端闭环流程图[1]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教学闭环：生成与审核流程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学生生成内容、教师审核反馈、知识库支撑迭代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图表建议：流程步骤模块[1]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成果沉淀：知识库与看板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教学过程中的成果自动沉淀、可复用、可量化展示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图表建议：列表与表格模块[1]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商业可行性：采购价值与路径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学院/课程组/就业中心采购，价值是质量与效率提升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图表建议：百分比数据条模块[1]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试点验证：8周验证指标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50名学生、10组项目、8周数据指标证明有效性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图表建议：环形图/饼图展示完成情况[1]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风险与合规：数据安全策略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权限控制、脱敏、日志审计、数据留存策略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图表建议：列表与表格模块[1]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收尾：谢谢与资源引导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感谢观看，引导扫码获取更多资料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图表建议：结尾致谢与二维码引导模块[1]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SUFE AI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 - 路演 PPT</dc:title>
  <dc:subject>AI 就业教练 - 路演 PPT</dc:subject>
  <dc:creator>Lexiang Knowledge Base</dc:creator>
  <cp:lastModifiedBy>Lexiang Knowledge Base</cp:lastModifiedBy>
  <cp:revision>1</cp:revision>
  <dcterms:created xsi:type="dcterms:W3CDTF">2026-06-22T10:02:52Z</dcterms:created>
  <dcterms:modified xsi:type="dcterms:W3CDTF">2026-06-22T10:02:52Z</dcterms:modified>
</cp:coreProperties>
</file>