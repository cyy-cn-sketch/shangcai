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AD43"/>
          </a:solidFill>
          <a:ln w="12700">
            <a:solidFill>
              <a:srgbClr val="D6AD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封面：AI 就业教练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面向商学院学生的职业发展与创业实践训练平台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画面建议：上财商学院课堂与平台界面组合[1][2]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问题背景：学生求职和创业表达缺少持续反馈，教师难以批量跟踪过程，学院成果难沉淀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图表建议：学生、教师、学院三方痛点矩阵[3][4]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目标用户：商学院学生、创业实践课教师、学院教学管理者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图表建议：三类用户画像卡片[3][4]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解决方案：学生端AI创意工作台、教师审核中心、管理员知识库与成果看板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图表建议：三端闭环流程图[5]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教学闭环：学生生成内容、教师审核反馈、知识库支撑、成果沉淀复用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图表建议：四步循环流程图[5][6]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课程专属能力：内置课程模板、教师审核节点、学院知识库沉淀、项目成果归档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图表建议：课程-教师-知识库关系图[6][7]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商业可行性：学院/课程组/就业中心采购，价值是教学质量提升与教师效率提升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图表建议：采购价值对比表[3][4]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试点验证路径：50名学生、10组项目、8周验证，明确数据指标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图表建议：8周进度甘特图[3][4]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风险与合规：权限控制、敏感信息脱敏、全链路审计日志、异步生成策略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图表建议：安全合规架构图[5][8]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总结与致谢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AI就业教练助力商学院创业实践教学数字化升级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画面建议：结尾致谢页+二维码引导扫码[1][2]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SUFE AI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就业教练 - 路演 PPT</dc:title>
  <dc:subject>AI 就业教练 - 路演 PPT</dc:subject>
  <dc:creator>Lexiang Knowledge Base</dc:creator>
  <cp:lastModifiedBy>Lexiang Knowledge Base</cp:lastModifiedBy>
  <cp:revision>1</cp:revision>
  <dcterms:created xsi:type="dcterms:W3CDTF">2026-06-30T06:48:09Z</dcterms:created>
  <dcterms:modified xsi:type="dcterms:W3CDTF">2026-06-30T06:48:09Z</dcterms:modified>
</cp:coreProperties>
</file>