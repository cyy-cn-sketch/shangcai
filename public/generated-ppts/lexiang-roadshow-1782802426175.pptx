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6AD43"/>
          </a:solidFill>
          <a:ln w="12700">
            <a:solidFill>
              <a:srgbClr val="D6AD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封面：AI 就业教练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面向商学院学生的职业发展与创业实践训练平台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标题页设计，参考商务报告封面风格，主色调蓝灰搭配亮色点缀[1]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引用来源：PPT模板—总结、汇报、商务、分析、图表 PPT模板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01 / 10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问题背景：三方痛点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学生求职和创业表达缺少持续反馈，教师难以批量跟踪过程，学院成果难沉淀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三方痛点矩阵，用矩形块区分学生、教师、学院[1]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引用来源：PPT模板—总结、汇报、商务、分析、图表 PPT模板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02 /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目标用户：三类用户画像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商学院学生、创业实践课教师、学院教学管理者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三类用户画像卡片，图标+文字说明组合[1]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引用来源：PPT模板—总结、汇报、商务、分析、图表 PPT模板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03 /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解决方案：三端闭环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学生端AI创意工作台、教师审核中心、管理员知识库与成果看板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三端闭环流程图，圆形/矩形图形+线条连接[1]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引用来源：PPT模板—总结、汇报、商务、分析、图表 PPT模板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教学闭环：学生生成与教师审核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学生生成内容，教师审核反馈，形成教学闭环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流程步骤图，按时间轴或步骤排列[1]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引用来源：PPT模板—总结、汇报、商务、分析、图表 PPT模板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05 /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知识库支撑与成果沉淀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知识库支撑教学，成果自动沉淀可复用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信息图表，不同形状图形+线条展示关系[1]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引用来源：PPT模板—总结、汇报、商务、分析、图表 PPT模板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06 /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商业可行性与采购价值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学院/课程组/就业中心采购，价值是质量提升和效率提升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并列关系图表页，彩色矩形块展示分类模块[1]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引用来源：PPT模板—总结、汇报、商务、分析、图表 PPT模板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07 /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试点路径与验证指标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50名学生、10组项目、8周数据指标验证有效性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柱状图+百分比数字，展示数据对比[1]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引用来源：PPT模板—总结、汇报、商务、分析、图表 PPT模板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08 /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风险与数据安全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权限控制、脱敏、日志审计和数据留存策略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环形图或仪表盘样式，展示进度与比例[1]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引用来源：PPT模板—总结、汇报、商务、分析、图表 PPT模板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09 /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结尾致谢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感谢评委，欢迎指导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“谢谢观赏”结尾页，可加二维码引导互动[1]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引用来源：PPT模板—总结、汇报、商务、分析、图表 PPT模板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10 /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SUFE AI Demo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就业教练 - 路演 PPT</dc:title>
  <dc:subject>AI 就业教练 - 路演 PPT</dc:subject>
  <dc:creator>Lexiang Knowledge Base</dc:creator>
  <cp:lastModifiedBy>Lexiang Knowledge Base</cp:lastModifiedBy>
  <cp:revision>1</cp:revision>
  <dcterms:created xsi:type="dcterms:W3CDTF">2026-06-30T06:53:46Z</dcterms:created>
  <dcterms:modified xsi:type="dcterms:W3CDTF">2026-06-30T06:53:46Z</dcterms:modified>
</cp:coreProperties>
</file>